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What ships in the v1 contracts (counted from schemas)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25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47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6A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B9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8B6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Slide types</c:v>
                  </c:pt>
                  <c:pt idx="1">
                    <c:v>Layout families</c:v>
                  </c:pt>
                  <c:pt idx="2">
                    <c:v>Visual strategies</c:v>
                  </c:pt>
                  <c:pt idx="3">
                    <c:v>Chart types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22</c:v>
                </c:pt>
                <c:pt idx="2">
                  <c:v>16</c:v>
                </c:pt>
                <c:pt idx="3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cold: every AI team can generate slides; almost none can generate a deck. PitchCraft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sentence sit. Everyone in the room has sat through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DSL enforces the message field — this is a structural guarantee, not a style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 column is a workflow; the right column is an engine. Same model, different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one layer is a nice-to-have; the six together are the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renders before the plan validates — that ordering is the whole trick.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countable facts from the repo's schema enums — not marketing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right column is not effort — it is structure. The gate makes the floor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Dogfooding as evidence: the artifacts in output/ are the audit trail — slide-plan, sources-map, qa-report.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spec's own words. This is the standard the repo holds itself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Adoption is one command; the DSL means you are never locked into one renderer.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command. The next deck they see should be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SKILL · MARKETING DECKS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PitchCraft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marketing presentation engine — sources, brand, fonts and data in; validated, art-directed deck out.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MARKETING TEAMS AND AI-AGENT BUILDERS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README.md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decks are easy to generate — and easy to spot.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43891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Giant title. Three generic bullets. The same card grid, five slides running. Unsourced numbers. That is what 'prompt, bullets, slides' produces — and audiences have learned to see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§30 (design quality bar)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3s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548640" y="3931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 land a slide's core idea — the 3-second rule behind every layout decision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§2 (core design principle)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REAL DIFFERENCE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Content dump vs communication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→ bullets → slides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story spine, no provenance, no QA. The tool fills space; the message never lands.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81928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C46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Workspace → story → system → QA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Ingest sources with provenance, pick a narrative spine, serialize a validated Slide DSL, render, then inspect-repair until nothing FAILs.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§2, spec §3 (pipeline)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Six layers, one moat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 intelligence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Claims extracted with provenance; never fabricated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 intelligence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Narrative spine plus a designed emotional arc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 DSL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Content separated from rendering; one format, many outputs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Visual strategy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 treatments chosen by intent, never decorative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0184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0184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Multi-renderer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0184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HTML, PPTX and PDF from the same deck.json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5968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8848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08848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Visual QA loop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8848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Inspect, repair, re-render until nothing FAILs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§33 + Final Mandate (the core moat)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ten-phase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Discover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Workspace inventory + tool check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Ingest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Extract claims + provenance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P2-3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Brief, spine, emotional arc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P4-5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&amp; DSL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slide-plan → deck.json, validated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0184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P6-7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0184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Theme &amp; render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0184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Tokens, assets, HTML/PPTX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5968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8848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P8-9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08848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QA &amp; export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8848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Inspect-repair loop, previews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 (pipeline), spec §23 (output structure)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V1 CONTRACTS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Intent does the choosing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1109167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817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schemas/slide.schema.json — counted 2026-09-20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Takeaway.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taxonomy this wide means the layout follows the slide's job — the model never free-styles structure.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schemas/slide.schema.json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BEFORE / AFTER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agent, different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Generated filler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Giant titles · generic bullets · repeated card grids · unsourced numbers · no QA gate · nothing editable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81928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C46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Art-directed 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job per slide · intent-chosen layouts · on-slide sources · PASS/WARNING/FAIL gate · deck.json stays editable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§30, spec §19-21 (QA loops)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deck is the demo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slides, one job each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21558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321558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narrative beats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4476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094476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FAILs at export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67394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867394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claims with provenance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§33 (a working skill, not documentation), output/qa-report.md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“Build this as a reusable AI presentation engine, not a one-off slide generator.”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PitchCraft specification — Final Mandate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SHIPS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 can run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Render + export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Self-contained deck.html; editable PPTX (pptxgenjs); PDF via print mode; preview PNGs feed the QA 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deck's DNA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deck.json is the source of truth — re-render any format, any time, from the same DSL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Optional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Calibrated AI QA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TypeSafe Score/Noul judgments advise the QA loop when an API key is present — humans keep the final PASS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§4 (DSL), spec §23 (outputs), references/qa.md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Point your agent at a workspace and say the word.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Install  npx skills add fancyism/pitchcraft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Any skills-compatible agent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9768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Run  "Create a 12-slide deck from this workspace"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Audience, goal, style — the pipeline does the rest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 deck.json stays yours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DSL is the deliverable; formats are views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README.md (install)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PitchCraft — Marketing Presentation Engine</dc:title>
  <dc:subject>PptxGenJS Presentation</dc:subject>
  <dc:creator>PptxGenJS</dc:creator>
  <cp:lastModifiedBy>PptxGenJS</cp:lastModifiedBy>
  <cp:revision>1</cp:revision>
  <dcterms:created xsi:type="dcterms:W3CDTF">2026-09-21T17:10:29Z</dcterms:created>
  <dcterms:modified xsi:type="dcterms:W3CDTF">2026-09-21T17:10:29Z</dcterms:modified>
</cp:coreProperties>
</file>