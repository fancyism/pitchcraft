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เมื่อ AI Overview ปรากฏ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ร้อยละ</c:v>
                </c:pt>
              </c:strCache>
            </c:strRef>
          </c:tx>
          <c:spPr>
            <a:solidFill>
              <a:srgbClr val="2547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47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6A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B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Query ที่มี AI Overview</c:v>
                  </c:pt>
                  <c:pt idx="1">
                    <c:v>การคลิกที่อันดับ 1 เสียไป</c:v>
                  </c:pt>
                  <c:pt idx="2">
                    <c:v>Zero-click หลังมี AI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58</c:v>
                </c:pt>
                <c:pt idx="2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โอกาสปรากฏในคำตอบ AI ที่เกี่ยวข้อง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โอกาสถูกพูดถึง</c:v>
                </c:pt>
              </c:strCache>
            </c:strRef>
          </c:tx>
          <c:spPr>
            <a:solidFill>
              <a:srgbClr val="2547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47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6A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B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แบรนด์ระดับโลก</c:v>
                  </c:pt>
                  <c:pt idx="1">
                    <c:v>แบรนด์กลาง/ภูมิภาค</c:v>
                  </c:pt>
                  <c:pt idx="2">
                    <c:v>แบรนด์เล็ก/ใหม่ (SME)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44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เปิดด้วยคำถาม: สัปดาห์ก่อนมีคนถาม ChatGPTหาร้านแบบของเราไหม คำตอบคือมี และจะมากขึ้น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ให้ผู้ฟังนึกภาพคำถามจริงที่ลูกค้าเขาเจอ ไม่ต้องอธิบายนิยาม GEO ตรงนี้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เน้นช่องว่าง 35 เทียบ 13.6 — คนข้ามขั้นตอนค้นหาแบบเดิมไปเลย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ย้ำข้อจำกัด: ตัวเลขตะวันตก ประมาณจากชุดข้อมูลใหญ่ ไม่ใช่สำมะโน — แต่ทิศทางชัด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จุดสำคัญ: หน้าที่ AI อ้างอิง มีแค่ 17-38% ที่อยู่ top-10 organic — อันดับดีไม่การันตีถูกพูดถึง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สรุปเป็นประโยคเดียว: สิ่งที่พูดว่าคุณมีตัวตน สำคัญกว่าหน้าเว็บของคุณเอง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อย่าให้ 11% หดหั่น — ในจังหวัด/ชุมชนของคุณ คู่แข่งแทบไม่มีใครทำ GEO เลย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เชื่อมกลับสไลด์กลไก: รีวิวลูกค้า = earned media = สิ่งที่ AI อ่าน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อ่านช้า ๆ ทีละข้อ ให้ผู้ฟังนับดูว่าทำได้กี่ข้อแล้ว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ปิดด้วยการชวนลองทำจริงตรงนั้น: เปิดโทรศัพท์ถาม AI เลยก็ได้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คู่มือฉบับเจ้าของร้าน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GEO: ให้ AI พูดถึงร้านคุณ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การมองเห็นธุรกิจบน AI search — ทำไมมันสำคัญ และเริ่มยังไงได้ทันที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เจ้าของธุรกิจ SME ไทย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Sources: sources/research-notes.md (web-verified 2026-09-22)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916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ลูกค้ากำลังถาม AI ก่อนถาม Google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4389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คำถามแบบใหม่คือ "ร้านกาแฟดี ๆ ใกล้สีลม มีไหม" — ถามในแชต ไม่ใช่พิมพ์ในช่องค้นหา และ AI ตอบด้วยชื่อ 3-5 ร้านเท่านั้น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Sources: research-notes §1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5474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35%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ของผู้บริโภคสหรัฐฯ เริ่มขั้นค้นพบสินค้าด้วยเครื่องมือ 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Sources: research-notes §1 (Similarweb)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ความจริงแบบ ZERO-CLICK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อันดับ 1 แบบเดิม ไม่ปลอดภัยอีกต่อไป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9167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817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Source: Ahrefs / instantpress.co — research-notes §2 (2026-09-22)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Takeaway.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ครึ่งหนึ่งของหน้าจอผลลัพธ์เป็นคำตอบของ AI — ถ้าร้านไม่อยู่ในคำตอบ ร้านไม่ถูกเห็น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Sources: research-notes §2 (Ahrefs, instantpress.co)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นิยามที่ใช้ได้จริง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SEO กับ GEO ต่างกันตรงไหน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สู้เพื่ออันดับบนหน้าผลลัพธ์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เก็บคีย์เวิร์ด ทำลิงก์ ดันหน้าเว็บให้ขึ้น top-10 — เกมที่ต่อยอดได้จากที่ทำอยู่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81928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1ECE3"/>
          </a:solidFill>
          <a:ln w="12700">
            <a:solidFill>
              <a:srgbClr val="C46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10528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สู้เพื่อถูกอ้างอิงในคำตอบ AI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10528" y="26517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ทำให้ชื่อร้านปรากฏในคำตอบที่ AI เลือกพูด — เกมใหม่ที่เริ่มพร้อมกันได้กับคนใหญ่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Sources: research-notes §3 (17-38% overlap = คนละเกม)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กลไกการอ้างอิง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เลือกอ้างอิงจากอะไร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84%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Earned media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ข่าว รีวิว ฟอรัม — ไม่ใช่เว็บของแบรนด์เอง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7304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0184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21%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0184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Listicle จัดอันดับ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0184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"10 ร้านกาแฟที่ต้องลอง" คือฟอร์แมตที่ถูกอ้างอิงมากที่สุด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5968" y="1371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8848" y="1508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Top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08848" y="1783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YouTube · Reddit · Wikipedia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8848" y="2331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แหล่งอ้างอิงนอกเว็บองค์กรที่ AI ไว้ใจ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14344" cy="2011680"/>
          </a:xfrm>
          <a:prstGeom prst="roundRect">
            <a:avLst>
              <a:gd name="adj" fmla="val 2727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9476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+30-40%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เนื้อหามีสถิติ + แหล่งอ้าง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โอกาสถูกเห็นในคำตอบ AI สูงขึ้นเมื่อใส่ข้อมูลจริง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Sources: research-notes §3 (Muck Rack, Princeton/Georgia Tech)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บันไดชื่อเสียง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ใครถูก AI พูดถึงบ้าง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9167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817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Source: Ranqo tracker (100K+ คำตอบ) via arxiv.org/abs/2606.20065 — research-notes §4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Takeaway.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ร้านเล็กเริ่มที่ 11% — เป้าหมายสมจริงคือแย่งส่วนแบ่งในกลุ่มผู้ชมของตัวเอง ไม่ใช่แข่งกับ Nike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Sources: research-notes §4 (Ranqo)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ข้อกังวลที่พบบ่อย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ไม่มีงบ ไม่มีทีม เริ่มยังไง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1ECE3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กังวล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"ต้องจ้างคนทำ PR ใหญ่ ๆ ไหม"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งบจำกัด ไม่มีทีมคอนเทนต์ กลัวเสียเวลาโดยไม่เห็นผล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81928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1ECE3"/>
          </a:solidFill>
          <a:ln w="12700">
            <a:solidFill>
              <a:srgbClr val="C46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ความจริง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10528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เริ่มจากของที่มี: รีวิว ฟอรัม FAQ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10528" y="26517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84% ของการอ้างอิงมาจาก earned media — รีวิวลูกค้าจริงคือ earned media ที่ถูกที่สุดสำหรับ SME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Sources: research-notes §3 (earned media 84%)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เช็กลิสต์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 GEO สัปดาห์นี้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90879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เช็กชื่อร้าน: ถาม ChatGPT/Gemini ถึงหมวดสินค้าของเรา ดูว่าร้านโผล่ไหม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ขอรีวิวจริง 5 รายการจากลูกค้าประจำ (ให้คะแนน + ข้อความ)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ตอบคำถามจริง 1 คำถามบนฟอรัม/กลุ่มที่ลูกค้าเราอยู่ — ไม่ขาย แค่ช่วย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เพิ่มหน้า FAQ ตอบคำถามที่ลูกค้าถามบ่อยสุด 5 ข้อ ด้วยประโยคตรง 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ใส่ตัวเลขจริงของร้านในเนื้อหา (จำนวนลูกค้า ปีที่เปิด ราคาเริ่มต้น)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263640"/>
            <a:ext cx="11091672" cy="411480"/>
          </a:xfrm>
          <a:prstGeom prst="rect">
            <a:avLst/>
          </a:prstGeom>
          <a:solidFill>
            <a:srgbClr val="F1EC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A2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กฎข้อเดียวของสัปดาห์แรก.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ทุกอย่างข้างบนใช้เวลารวมกันไม่เกิน 4 ชั่วโมง และไม่เสียเงิน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Sources: research-notes §3 (สถิติ/FAQ/ฟอรัม = สิ่งที่ AI อ้างอิง)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9167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1D1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 AI ถามถึงร้านคุณ วันนี้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5120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474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วันนี้  ถาม AI ถึงหมวดสินค้าของเรา</a:t>
            </a:r>
            <a:pPr indent="0" marL="0">
              <a:buNone/>
            </a:pPr>
            <a:r>
              <a:rPr lang="en-US" sz="12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— จดว่า AI ตอบชื่อร้านไหน — นั่นคือคู่แข่งตัวจริงบน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97680" y="5120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474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สัปดาห์นี้  ทำข้อ 1-2 ของเช็กลิสต์</a:t>
            </a:r>
            <a:pPr indent="0" marL="0">
              <a:buNone/>
            </a:pPr>
            <a:r>
              <a:rPr lang="en-US" sz="12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— เช็กชื่อ + เก็บรีวิว 5 รายการ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5120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474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เดือนหน้า  ทบทวนอีกครั้ง</a:t>
            </a:r>
            <a:pPr indent="0" marL="0">
              <a:buNone/>
            </a:pPr>
            <a:r>
              <a:rPr lang="en-US" sz="12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— ถามคำถามเดิม ดูว่าร้านโผล่หรือยัง — วัดผลง่าย ๆ ด้วยตัวเอง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Sources: research-notes §4 (sentiment แกว่ง 6.7x — ต้องเช็กต่อเนื่อง)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GEO: ให้ AI พูดถึงร้านคุณ</dc:title>
  <dc:subject>PptxGenJS Presentation</dc:subject>
  <dc:creator>PptxGenJS</dc:creator>
  <cp:lastModifiedBy>PptxGenJS</cp:lastModifiedBy>
  <cp:revision>1</cp:revision>
  <dcterms:created xsi:type="dcterms:W3CDTF">2026-09-21T17:07:56Z</dcterms:created>
  <dcterms:modified xsi:type="dcterms:W3CDTF">2026-09-21T17:07:56Z</dcterms:modified>
</cp:coreProperties>
</file>